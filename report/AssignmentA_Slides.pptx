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69" r:id="rId5"/>
    <p:sldId id="258" r:id="rId6"/>
    <p:sldId id="270" r:id="rId7"/>
    <p:sldId id="259" r:id="rId8"/>
    <p:sldId id="263" r:id="rId9"/>
    <p:sldId id="271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3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CBB11-D687-3943-84C1-3564F7366CBD}" type="datetimeFigureOut">
              <a:rPr lang="en-DK" smtClean="0"/>
              <a:t>05/12/2025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3DA2D-843D-3F4E-AD8A-121637DC26A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2181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everyone! This is Storytime . Do you love movies or TV series? If yes… today gets very interesting!"</a:t>
            </a:r>
            <a:r>
              <a:rPr lang="en-GB" dirty="0">
                <a:effectLst/>
              </a:rPr>
              <a:t> </a:t>
            </a:r>
            <a:endParaRPr lang="en-GB" dirty="0"/>
          </a:p>
          <a:p>
            <a:endParaRPr lang="en-DK" dirty="0"/>
          </a:p>
          <a:p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Today’s story is Game of Thrones! 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3DA2D-843D-3F4E-AD8A-121637DC26A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6053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want to find out how power moved between characters. It is like real politics – full of friends, enemies and betrayal. So we will use data to measure that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can measure character influence using networks and the feelings in their dialogues.”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“That’s why this research is interesting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3DA2D-843D-3F4E-AD8A-121637DC26A7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65394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“Our main question: Can we track the evolution of power- using character networks and every single line- they speak?”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3DA2D-843D-3F4E-AD8A-121637DC26A7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95015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The used dataset! from Kaggle – of size 2.93 MB, with episodes, and beautiful lines of dialogue.</a:t>
            </a:r>
          </a:p>
          <a:p>
            <a:r>
              <a:rPr lang="en-GB" dirty="0">
                <a:effectLst/>
              </a:rPr>
              <a:t>Everything we need to track- who really ruled Westeros!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>
                <a:effectLst/>
              </a:rPr>
              <a:t>Thenwe</a:t>
            </a:r>
            <a:r>
              <a:rPr lang="en-GB" dirty="0">
                <a:effectLst/>
              </a:rPr>
              <a:t> extract: who speak, who listen, if it’s friendly or conflict,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and even who wins or loses in fights!"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3DA2D-843D-3F4E-AD8A-121637DC26A7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56491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build the  network:  and </a:t>
            </a:r>
            <a:r>
              <a:rPr lang="en-GB" dirty="0">
                <a:effectLst/>
              </a:rPr>
              <a:t>Next, do analysis!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we treat every character as a node… every interaction as an edge.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We give negative weight to conflicts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we measure who is the most important- using centrality,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we group characters into houses or alliances -using modularity.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 This way we can see exactly -who held the real power -in Westeros!”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3DA2D-843D-3F4E-AD8A-121637DC26A7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88413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“And now the fun part – the words themselves!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We use TF-IDF, n-grams, and topic </a:t>
            </a:r>
            <a:r>
              <a:rPr lang="en-GB" dirty="0" err="1">
                <a:effectLst/>
              </a:rPr>
              <a:t>modeling</a:t>
            </a:r>
            <a:r>
              <a:rPr lang="en-GB" dirty="0">
                <a:effectLst/>
              </a:rPr>
              <a:t> to discover who says what… and how they really feel,  by measuring the sentiment.</a:t>
            </a:r>
            <a:endParaRPr lang="en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Finally By combining Network + words we get the real story of- who won the game.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We will watch power move between characters 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 measure real influence 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</a:rPr>
              <a:t>and uncover the true feelings.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3DA2D-843D-3F4E-AD8A-121637DC26A7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27441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Thank you!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5116529"/>
            <a:ext cx="7944130" cy="100065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3200" dirty="0">
                <a:solidFill>
                  <a:schemeClr val="tx2"/>
                </a:solidFill>
              </a:rPr>
              <a:t>Assignment A — Game of Thrones Character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CAA1B-1E26-BA4C-0B9C-4A36292A4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1" b="13584"/>
          <a:stretch>
            <a:fillRect/>
          </a:stretch>
        </p:blipFill>
        <p:spPr>
          <a:xfrm>
            <a:off x="20" y="10"/>
            <a:ext cx="9143980" cy="420144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 useBgFill="1">
          <p:nvSpPr>
            <p:cNvPr id="12" name="Freeform: Shape 11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4580785"/>
            <a:ext cx="7062673" cy="484374"/>
          </a:xfrm>
        </p:spPr>
        <p:txBody>
          <a:bodyPr anchor="b">
            <a:normAutofit/>
          </a:bodyPr>
          <a:lstStyle/>
          <a:p>
            <a:pPr algn="l"/>
            <a:r>
              <a:rPr lang="en-GB" sz="1700" dirty="0">
                <a:solidFill>
                  <a:schemeClr val="tx2"/>
                </a:solidFill>
              </a:rPr>
              <a:t>Networks + Text</a:t>
            </a:r>
          </a:p>
          <a:p>
            <a:pPr algn="l"/>
            <a:endParaRPr lang="en-GB" sz="17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56"/>
    </mc:Choice>
    <mc:Fallback xmlns="">
      <p:transition spd="slow" advTm="122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GB" sz="4200" dirty="0"/>
              <a:t>Central Idea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ADFA6-1D2A-EBDB-89C4-57FE92D3B2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75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68"/>
    </mc:Choice>
    <mc:Fallback xmlns="">
      <p:transition spd="slow" advTm="1116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23566-F537-7DA3-D88E-A9E0D53A2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Autofit/>
          </a:bodyPr>
          <a:lstStyle/>
          <a:p>
            <a:r>
              <a:rPr lang="en-GB" sz="3200" dirty="0"/>
              <a:t>Why is it interesting?</a:t>
            </a:r>
            <a:endParaRPr lang="en-DK" sz="3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F66445-A305-C631-EBE1-67A6954A0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375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The Best, Most Explosive Battles on HBO's 'Game of Thrones ...">
            <a:extLst>
              <a:ext uri="{FF2B5EF4-FFF2-40B4-BE49-F238E27FC236}">
                <a16:creationId xmlns:a16="http://schemas.microsoft.com/office/drawing/2014/main" id="{F77277C1-ACB3-CBDA-7FE7-52145EBD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012" y="3679355"/>
            <a:ext cx="3954469" cy="222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32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13"/>
    </mc:Choice>
    <mc:Fallback xmlns="">
      <p:transition spd="slow" advTm="74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8845B-1499-31A3-6D54-EB8D065B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DK" sz="4200" dirty="0"/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5493F-C936-5CB9-5196-3B9A9A051C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767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What Happened To the Iron Throne?">
            <a:extLst>
              <a:ext uri="{FF2B5EF4-FFF2-40B4-BE49-F238E27FC236}">
                <a16:creationId xmlns:a16="http://schemas.microsoft.com/office/drawing/2014/main" id="{7B13F2F9-9EC2-B2C5-5C28-21F161B5B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815" y="3421034"/>
            <a:ext cx="3795798" cy="253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01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22"/>
    </mc:Choice>
    <mc:Fallback xmlns="">
      <p:transition spd="slow" advTm="692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GB" sz="4200" dirty="0"/>
              <a:t>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871E1C-08DB-6FB5-B565-BF9DDC1AA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67"/>
          <a:stretch>
            <a:fillRect/>
          </a:stretch>
        </p:blipFill>
        <p:spPr>
          <a:xfrm>
            <a:off x="20" y="-545113"/>
            <a:ext cx="9143980" cy="5205036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78D15-3A13-8234-6D6F-8946F040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 fontScale="90000"/>
          </a:bodyPr>
          <a:lstStyle/>
          <a:p>
            <a:r>
              <a:rPr lang="en-DK" sz="4200" dirty="0"/>
              <a:t>Data Preparation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5086C-AB3A-789B-119A-1E9DFDBDF1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90" b="6551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2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92"/>
    </mc:Choice>
    <mc:Fallback xmlns="">
      <p:transition spd="slow" advTm="739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03504" y="5116529"/>
            <a:ext cx="2931004" cy="1000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Basic Stats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87D1A0-3AEF-2BF6-5E8C-805D58CF8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97" b="9545"/>
          <a:stretch>
            <a:fillRect/>
          </a:stretch>
        </p:blipFill>
        <p:spPr>
          <a:xfrm>
            <a:off x="20" y="10"/>
            <a:ext cx="9143980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074" name="Picture 2" descr="Analyzing the Graph of Thrones – William Lyon">
            <a:extLst>
              <a:ext uri="{FF2B5EF4-FFF2-40B4-BE49-F238E27FC236}">
                <a16:creationId xmlns:a16="http://schemas.microsoft.com/office/drawing/2014/main" id="{46B0CBC0-8E4B-4025-507E-DEFB34B45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04" y="3809146"/>
            <a:ext cx="4249850" cy="291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41"/>
    </mc:Choice>
    <mc:Fallback xmlns="">
      <p:transition spd="slow" advTm="2274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/>
              <a:t>Text Identity (TF‑IDF)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B141F-AFAA-D9AD-8408-F6F98CFF2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2" b="8470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24"/>
    </mc:Choice>
    <mc:Fallback xmlns="">
      <p:transition spd="slow" advTm="1222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AF737-806C-C1D1-1781-16A31AB7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4777739"/>
            <a:ext cx="2771125" cy="141211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Tie network and text together in the paper</a:t>
            </a:r>
            <a:br>
              <a:rPr lang="en-GB" sz="2400" dirty="0"/>
            </a:br>
            <a:endParaRPr lang="en-DK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C60F7-B890-F988-7072-BE638096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2" b="11056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What Happened To the Iron Throne?">
            <a:extLst>
              <a:ext uri="{FF2B5EF4-FFF2-40B4-BE49-F238E27FC236}">
                <a16:creationId xmlns:a16="http://schemas.microsoft.com/office/drawing/2014/main" id="{22D21166-E956-6DA8-9A4B-2736FE916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590" y="3657601"/>
            <a:ext cx="3996103" cy="266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8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13"/>
    </mc:Choice>
    <mc:Fallback xmlns="">
      <p:transition spd="slow" advTm="1301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52AA2C-DA05-DB33-F4B1-AA3A75DA17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68" b="14151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GB" sz="1600" dirty="0"/>
              <a:t>Course: 02805 Social Graphs &amp; Interactions</a:t>
            </a:r>
          </a:p>
          <a:p>
            <a:r>
              <a:rPr lang="en-GB" sz="1600" dirty="0"/>
              <a:t>Student: [Bashar Bdewi, s183356], DTU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2"/>
    </mc:Choice>
    <mc:Fallback xmlns="">
      <p:transition spd="slow" advTm="1642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369</Words>
  <Application>Microsoft Macintosh PowerPoint</Application>
  <PresentationFormat>On-screen Show (4:3)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Assignment A — Game of Thrones Character Network</vt:lpstr>
      <vt:lpstr>Central Idea</vt:lpstr>
      <vt:lpstr>Why is it interesting?</vt:lpstr>
      <vt:lpstr>Problem Statement</vt:lpstr>
      <vt:lpstr>Dataset</vt:lpstr>
      <vt:lpstr>Data Preparation</vt:lpstr>
      <vt:lpstr>PowerPoint Presentation</vt:lpstr>
      <vt:lpstr>Text Identity (TF‑IDF)</vt:lpstr>
      <vt:lpstr>Tie network and text together in the paper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Bashar Khaled Bdewi</cp:lastModifiedBy>
  <cp:revision>3</cp:revision>
  <dcterms:created xsi:type="dcterms:W3CDTF">2013-01-27T09:14:16Z</dcterms:created>
  <dcterms:modified xsi:type="dcterms:W3CDTF">2025-12-05T17:17:12Z</dcterms:modified>
  <cp:category/>
</cp:coreProperties>
</file>